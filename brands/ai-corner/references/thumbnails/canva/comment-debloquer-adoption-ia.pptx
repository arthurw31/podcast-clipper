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2860000" cy="12700000"/>
  <p:notesSz cx="6858000" cy="9144000"/>
  <p:embeddedFontLst>
    <p:embeddedFont>
      <p:font typeface="Montserrat Ultra-Bold" charset="1" panose="00000900000000000000"/>
      <p:regular r:id="rId7"/>
    </p:embeddedFont>
    <p:embeddedFont>
      <p:font typeface="Montserrat Bold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2860000" cy="12706350"/>
          </a:xfrm>
          <a:custGeom>
            <a:avLst/>
            <a:gdLst/>
            <a:ahLst/>
            <a:cxnLst/>
            <a:rect r="r" b="b" t="t" l="l"/>
            <a:pathLst>
              <a:path h="12706350" w="22860000">
                <a:moveTo>
                  <a:pt x="0" y="0"/>
                </a:moveTo>
                <a:lnTo>
                  <a:pt x="22860000" y="0"/>
                </a:lnTo>
                <a:lnTo>
                  <a:pt x="22860000" y="12706350"/>
                </a:lnTo>
                <a:lnTo>
                  <a:pt x="0" y="12706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33775" y="257175"/>
            <a:ext cx="3543300" cy="3714750"/>
          </a:xfrm>
          <a:custGeom>
            <a:avLst/>
            <a:gdLst/>
            <a:ahLst/>
            <a:cxnLst/>
            <a:rect r="r" b="b" t="t" l="l"/>
            <a:pathLst>
              <a:path h="3714750" w="3543300">
                <a:moveTo>
                  <a:pt x="0" y="0"/>
                </a:moveTo>
                <a:lnTo>
                  <a:pt x="3543300" y="0"/>
                </a:lnTo>
                <a:lnTo>
                  <a:pt x="3543300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139056" y="3638550"/>
            <a:ext cx="4264599" cy="3896778"/>
          </a:xfrm>
          <a:custGeom>
            <a:avLst/>
            <a:gdLst/>
            <a:ahLst/>
            <a:cxnLst/>
            <a:rect r="r" b="b" t="t" l="l"/>
            <a:pathLst>
              <a:path h="3896778" w="4264599">
                <a:moveTo>
                  <a:pt x="4264599" y="0"/>
                </a:moveTo>
                <a:lnTo>
                  <a:pt x="0" y="0"/>
                </a:lnTo>
                <a:lnTo>
                  <a:pt x="0" y="3896778"/>
                </a:lnTo>
                <a:lnTo>
                  <a:pt x="4264599" y="3896778"/>
                </a:lnTo>
                <a:lnTo>
                  <a:pt x="4264599" y="0"/>
                </a:lnTo>
                <a:close/>
              </a:path>
            </a:pathLst>
          </a:custGeom>
          <a:blipFill>
            <a:blip r:embed="rId4"/>
            <a:stretch>
              <a:fillRect l="0" t="-14" r="0" b="-1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9171">
            <a:off x="6014141" y="3959590"/>
            <a:ext cx="3002448" cy="2435125"/>
          </a:xfrm>
          <a:custGeom>
            <a:avLst/>
            <a:gdLst/>
            <a:ahLst/>
            <a:cxnLst/>
            <a:rect r="r" b="b" t="t" l="l"/>
            <a:pathLst>
              <a:path h="2435125" w="3002448">
                <a:moveTo>
                  <a:pt x="0" y="0"/>
                </a:moveTo>
                <a:lnTo>
                  <a:pt x="3002448" y="0"/>
                </a:lnTo>
                <a:lnTo>
                  <a:pt x="3002448" y="2435126"/>
                </a:lnTo>
                <a:lnTo>
                  <a:pt x="0" y="2435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380156" y="0"/>
            <a:ext cx="12810156" cy="12872663"/>
          </a:xfrm>
          <a:custGeom>
            <a:avLst/>
            <a:gdLst/>
            <a:ahLst/>
            <a:cxnLst/>
            <a:rect r="r" b="b" t="t" l="l"/>
            <a:pathLst>
              <a:path h="12872663" w="12810156">
                <a:moveTo>
                  <a:pt x="12810156" y="0"/>
                </a:moveTo>
                <a:lnTo>
                  <a:pt x="0" y="0"/>
                </a:lnTo>
                <a:lnTo>
                  <a:pt x="0" y="12872663"/>
                </a:lnTo>
                <a:lnTo>
                  <a:pt x="12810156" y="12872663"/>
                </a:lnTo>
                <a:lnTo>
                  <a:pt x="12810156" y="0"/>
                </a:lnTo>
                <a:close/>
              </a:path>
            </a:pathLst>
          </a:custGeom>
          <a:blipFill>
            <a:blip r:embed="rId6"/>
            <a:stretch>
              <a:fillRect l="-21685" t="-6516" r="-3761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25575" y="561975"/>
            <a:ext cx="2590800" cy="3076575"/>
          </a:xfrm>
          <a:custGeom>
            <a:avLst/>
            <a:gdLst/>
            <a:ahLst/>
            <a:cxnLst/>
            <a:rect r="r" b="b" t="t" l="l"/>
            <a:pathLst>
              <a:path h="3076575" w="2590800">
                <a:moveTo>
                  <a:pt x="0" y="0"/>
                </a:moveTo>
                <a:lnTo>
                  <a:pt x="2590800" y="0"/>
                </a:lnTo>
                <a:lnTo>
                  <a:pt x="2590800" y="3076575"/>
                </a:lnTo>
                <a:lnTo>
                  <a:pt x="0" y="3076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558" t="-9907" r="-6250" b="-1083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88387" y="3971925"/>
            <a:ext cx="4456918" cy="4089907"/>
          </a:xfrm>
          <a:custGeom>
            <a:avLst/>
            <a:gdLst/>
            <a:ahLst/>
            <a:cxnLst/>
            <a:rect r="r" b="b" t="t" l="l"/>
            <a:pathLst>
              <a:path h="4089907" w="4456918">
                <a:moveTo>
                  <a:pt x="0" y="0"/>
                </a:moveTo>
                <a:lnTo>
                  <a:pt x="4456918" y="0"/>
                </a:lnTo>
                <a:lnTo>
                  <a:pt x="4456918" y="4089907"/>
                </a:lnTo>
                <a:lnTo>
                  <a:pt x="0" y="4089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3" t="0" r="-21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5909">
            <a:off x="13569319" y="4192104"/>
            <a:ext cx="3260345" cy="3260345"/>
          </a:xfrm>
          <a:custGeom>
            <a:avLst/>
            <a:gdLst/>
            <a:ahLst/>
            <a:cxnLst/>
            <a:rect r="r" b="b" t="t" l="l"/>
            <a:pathLst>
              <a:path h="3260345" w="3260345">
                <a:moveTo>
                  <a:pt x="0" y="0"/>
                </a:moveTo>
                <a:lnTo>
                  <a:pt x="3260345" y="0"/>
                </a:lnTo>
                <a:lnTo>
                  <a:pt x="3260345" y="3260345"/>
                </a:lnTo>
                <a:lnTo>
                  <a:pt x="0" y="32603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2524934" y="257175"/>
            <a:ext cx="13522927" cy="13203430"/>
          </a:xfrm>
          <a:custGeom>
            <a:avLst/>
            <a:gdLst/>
            <a:ahLst/>
            <a:cxnLst/>
            <a:rect r="r" b="b" t="t" l="l"/>
            <a:pathLst>
              <a:path h="13203430" w="13522927">
                <a:moveTo>
                  <a:pt x="13522928" y="0"/>
                </a:moveTo>
                <a:lnTo>
                  <a:pt x="0" y="0"/>
                </a:lnTo>
                <a:lnTo>
                  <a:pt x="0" y="13203430"/>
                </a:lnTo>
                <a:lnTo>
                  <a:pt x="13522928" y="13203430"/>
                </a:lnTo>
                <a:lnTo>
                  <a:pt x="13522928" y="0"/>
                </a:lnTo>
                <a:close/>
              </a:path>
            </a:pathLst>
          </a:custGeom>
          <a:blipFill>
            <a:blip r:embed="rId10"/>
            <a:stretch>
              <a:fillRect l="-21762" t="0" r="-320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0950" y="8116502"/>
            <a:ext cx="20298415" cy="1305486"/>
          </a:xfrm>
          <a:custGeom>
            <a:avLst/>
            <a:gdLst/>
            <a:ahLst/>
            <a:cxnLst/>
            <a:rect r="r" b="b" t="t" l="l"/>
            <a:pathLst>
              <a:path h="1305486" w="20298415">
                <a:moveTo>
                  <a:pt x="0" y="0"/>
                </a:moveTo>
                <a:lnTo>
                  <a:pt x="20298415" y="0"/>
                </a:lnTo>
                <a:lnTo>
                  <a:pt x="20298415" y="1305486"/>
                </a:lnTo>
                <a:lnTo>
                  <a:pt x="0" y="13054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1749" t="-38156" r="-1689" b="-6350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48101" y="9166346"/>
            <a:ext cx="12363797" cy="13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6"/>
              </a:lnSpc>
            </a:pPr>
            <a:r>
              <a:rPr lang="en-US" sz="8126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 l'IA en entreprise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2665" y="7821078"/>
            <a:ext cx="20494670" cy="160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1"/>
              </a:lnSpc>
            </a:pPr>
            <a:r>
              <a:rPr lang="en-US" sz="935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Comment débloquer l'adoption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DAHUhlT5UUE</dc:identifier>
  <dcterms:modified xsi:type="dcterms:W3CDTF">2011-08-01T06:04:30Z</dcterms:modified>
  <cp:revision>1</cp:revision>
  <dc:title>Comment débloquer l'adoption de l'IA en entreprise ? </dc:title>
</cp:coreProperties>
</file>